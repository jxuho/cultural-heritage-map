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9" r:id="rId3"/>
    <p:sldId id="266" r:id="rId4"/>
    <p:sldId id="268" r:id="rId5"/>
    <p:sldId id="270" r:id="rId6"/>
    <p:sldId id="271" r:id="rId7"/>
    <p:sldId id="260" r:id="rId8"/>
    <p:sldId id="262" r:id="rId9"/>
  </p:sldIdLst>
  <p:sldSz cx="9144000" cy="5143500" type="screen16x9"/>
  <p:notesSz cx="6858000" cy="9144000"/>
  <p:embeddedFontLst>
    <p:embeddedFont>
      <p:font typeface="Average" panose="020B0600000101010101" charset="0"/>
      <p:regular r:id="rId11"/>
    </p:embeddedFon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Oswald" panose="00000500000000000000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9731"/>
    <a:srgbClr val="4982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15" autoAdjust="0"/>
  </p:normalViewPr>
  <p:slideViewPr>
    <p:cSldViewPr snapToGrid="0">
      <p:cViewPr varScale="1">
        <p:scale>
          <a:sx n="115" d="100"/>
          <a:sy n="115" d="100"/>
        </p:scale>
        <p:origin x="336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-14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Good Afternoon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My name is </a:t>
            </a:r>
            <a:r>
              <a:rPr lang="en-US" dirty="0" err="1"/>
              <a:t>juho</a:t>
            </a:r>
            <a:r>
              <a:rPr lang="en-US" dirty="0"/>
              <a:t> lee from master of web engineering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Before beginning, I’d like to mention that it may be challenging to present everything I’ve prepared within the 10-minute time frame. </a:t>
            </a:r>
            <a:r>
              <a:rPr lang="en-US" altLang="ko-KR"/>
              <a:t>I appreciate your understanding if I speak a little quickly."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72ECC18D-46BE-1057-98B1-4794185A5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4871a0259_0_0:notes">
            <a:extLst>
              <a:ext uri="{FF2B5EF4-FFF2-40B4-BE49-F238E27FC236}">
                <a16:creationId xmlns:a16="http://schemas.microsoft.com/office/drawing/2014/main" id="{498DC67E-981C-DEA5-E2F7-E1240080C2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a4871a0259_0_0:notes">
            <a:extLst>
              <a:ext uri="{FF2B5EF4-FFF2-40B4-BE49-F238E27FC236}">
                <a16:creationId xmlns:a16="http://schemas.microsoft.com/office/drawing/2014/main" id="{8E902E05-3879-F42C-2D6A-7B2D8C98C0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First is Project Overview.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I implemented all the features which are mentioned in the project task slides.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As additional features, I implemented two things.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First </a:t>
            </a:r>
            <a:r>
              <a:rPr lang="en-US" altLang="ko-KR"/>
              <a:t>is Reviews </a:t>
            </a:r>
            <a:r>
              <a:rPr lang="en-US" altLang="ko-KR" dirty="0"/>
              <a:t>and Second is that the users can suggest to add or modify cultural site in the database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3788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F8C3AC76-13D4-53B4-230D-602AE564A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4871a0259_0_0:notes">
            <a:extLst>
              <a:ext uri="{FF2B5EF4-FFF2-40B4-BE49-F238E27FC236}">
                <a16:creationId xmlns:a16="http://schemas.microsoft.com/office/drawing/2014/main" id="{604390B3-1C7C-F894-AC81-990BE4C66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a4871a0259_0_0:notes">
            <a:extLst>
              <a:ext uri="{FF2B5EF4-FFF2-40B4-BE49-F238E27FC236}">
                <a16:creationId xmlns:a16="http://schemas.microsoft.com/office/drawing/2014/main" id="{49208321-3016-1079-34B5-B71826157D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This Figure is an overall architecture and technologies of the app.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The client was built using React, and the server was built using Express.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Basically, I built the app using MERN stack, the main motivation of it was it was the things covered in the </a:t>
            </a:r>
            <a:r>
              <a:rPr lang="en-US" altLang="ko-KR" dirty="0" err="1"/>
              <a:t>uebung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4461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0D1344E1-9E9F-E0E4-9526-1B9F93E6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4871a0259_0_0:notes">
            <a:extLst>
              <a:ext uri="{FF2B5EF4-FFF2-40B4-BE49-F238E27FC236}">
                <a16:creationId xmlns:a16="http://schemas.microsoft.com/office/drawing/2014/main" id="{A49EE4C0-1C12-87CE-54EE-7AFCE1072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a4871a0259_0_0:notes">
            <a:extLst>
              <a:ext uri="{FF2B5EF4-FFF2-40B4-BE49-F238E27FC236}">
                <a16:creationId xmlns:a16="http://schemas.microsoft.com/office/drawing/2014/main" id="{AB975A69-6F24-C06F-1046-6BEF0E4C4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001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5813FAD0-AA09-23DF-1D8E-B3A685216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4871a0259_0_0:notes">
            <a:extLst>
              <a:ext uri="{FF2B5EF4-FFF2-40B4-BE49-F238E27FC236}">
                <a16:creationId xmlns:a16="http://schemas.microsoft.com/office/drawing/2014/main" id="{DE16D112-2E9C-366E-12BF-D7DF241452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a4871a0259_0_0:notes">
            <a:extLst>
              <a:ext uri="{FF2B5EF4-FFF2-40B4-BE49-F238E27FC236}">
                <a16:creationId xmlns:a16="http://schemas.microsoft.com/office/drawing/2014/main" id="{4595941B-FDF0-0B44-2298-DC6599C2D8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First is Project Overview.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I implemented all the features which are mentioned in the project task slides.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As additional features, I implemented two things.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First is Reviews, and Second is that the users can suggest to add or modify cultural site in the database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4450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72D9BB7D-22DB-16ED-4D5A-D0F51E37F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4871a0259_0_0:notes">
            <a:extLst>
              <a:ext uri="{FF2B5EF4-FFF2-40B4-BE49-F238E27FC236}">
                <a16:creationId xmlns:a16="http://schemas.microsoft.com/office/drawing/2014/main" id="{415A1B7E-31EB-FB10-382C-915BD0782F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a4871a0259_0_0:notes">
            <a:extLst>
              <a:ext uri="{FF2B5EF4-FFF2-40B4-BE49-F238E27FC236}">
                <a16:creationId xmlns:a16="http://schemas.microsoft.com/office/drawing/2014/main" id="{6F323E12-6EBB-E8E2-3B5F-CB7D5C5F71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First is Project Overview.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I implemented all the features which are mentioned in the project task slides.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As additional features, I implemented two things.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First is Reviews, and Second is that the users can suggest to add or modify cultural site in the database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0403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a4871a0259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a4871a0259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c8587d3b23_1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c8587d3b23_1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oogle Shape;13;p2"/>
          <p:cNvGrpSpPr/>
          <p:nvPr/>
        </p:nvGrpSpPr>
        <p:grpSpPr>
          <a:xfrm>
            <a:off x="4350279" y="3541177"/>
            <a:ext cx="443589" cy="105632"/>
            <a:chOff x="4137525" y="2915950"/>
            <a:chExt cx="869100" cy="207000"/>
          </a:xfrm>
        </p:grpSpPr>
        <p:sp>
          <p:nvSpPr>
            <p:cNvPr id="14" name="Google Shape;14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671258" y="16766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671250" y="38606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671250" y="24460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235500" y="2508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843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3531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0" y="11"/>
            <a:ext cx="9144002" cy="115012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cxnSp>
        <p:nvCxnSpPr>
          <p:cNvPr id="10" name="Google Shape;10;p1"/>
          <p:cNvCxnSpPr/>
          <p:nvPr/>
        </p:nvCxnSpPr>
        <p:spPr>
          <a:xfrm rot="10800000" flipH="1">
            <a:off x="-9775" y="1113600"/>
            <a:ext cx="9163500" cy="29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Google Shape;11;p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649325" y="134825"/>
            <a:ext cx="1280974" cy="7633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671258" y="16766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Chemnitz Cultural Sites App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de-DE" sz="22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671250" y="3860675"/>
            <a:ext cx="7801500" cy="95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M.Sc. Web Engineering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Juho Lee</a:t>
            </a:r>
            <a:br>
              <a:rPr lang="de" dirty="0"/>
            </a:br>
            <a:r>
              <a:rPr lang="de" dirty="0"/>
              <a:t>855888</a:t>
            </a:r>
            <a:endParaRPr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ECC1FF14-DA45-7221-79A4-8A7F924CE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2C187B6F-6FCC-45F8-EB77-EEECE2A747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6890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Project</a:t>
            </a:r>
            <a:r>
              <a:rPr lang="de" dirty="0"/>
              <a:t> Overview</a:t>
            </a:r>
            <a:endParaRPr dirty="0"/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F21EAF7A-F2D0-E90A-E897-95F7F26B78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3315" y="1377409"/>
            <a:ext cx="4379789" cy="36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-DE" sz="2000" b="1" dirty="0"/>
              <a:t>Required </a:t>
            </a:r>
            <a:r>
              <a:rPr lang="en-US" altLang="ko-KR" sz="2000" b="1" dirty="0"/>
              <a:t>Features</a:t>
            </a:r>
            <a:endParaRPr lang="de-DE" sz="2000" b="1"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 altLang="ko-KR" sz="1600" b="1" dirty="0"/>
              <a:t>Categorized </a:t>
            </a:r>
            <a:r>
              <a:rPr lang="en-US" altLang="ko-KR" sz="1600" b="1" dirty="0"/>
              <a:t>L</a:t>
            </a:r>
            <a:r>
              <a:rPr lang="de-DE" altLang="ko-KR" sz="1600" b="1" dirty="0"/>
              <a:t>ist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 altLang="ko-KR" sz="1600" b="1" dirty="0"/>
              <a:t>Filter &amp; Search 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 altLang="ko-KR" sz="1600" b="1" dirty="0"/>
              <a:t>Map &amp; Text </a:t>
            </a:r>
            <a:r>
              <a:rPr lang="en-US" altLang="ko-KR" sz="1600" b="1" dirty="0"/>
              <a:t>View</a:t>
            </a:r>
            <a:endParaRPr lang="de-DE" altLang="ko-KR" sz="1600" b="1"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de-DE" sz="1600" b="1" dirty="0"/>
              <a:t>User Registration &amp; Profile Editing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altLang="ko-KR" sz="1600" b="1" dirty="0"/>
              <a:t>Add</a:t>
            </a:r>
            <a:r>
              <a:rPr lang="de-DE" sz="1600" b="1" dirty="0"/>
              <a:t>/</a:t>
            </a:r>
            <a:r>
              <a:rPr lang="en-US" altLang="ko-KR" sz="1600" b="1" dirty="0"/>
              <a:t>Rem</a:t>
            </a:r>
            <a:r>
              <a:rPr lang="de-DE" sz="1600" b="1" dirty="0"/>
              <a:t>ove Favorite</a:t>
            </a:r>
            <a:r>
              <a:rPr lang="en-US" altLang="ko-KR" sz="1600" b="1" dirty="0"/>
              <a:t>s</a:t>
            </a:r>
            <a:endParaRPr lang="de-DE" sz="1600" b="1"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de-DE" sz="1600" b="1" i="1" dirty="0"/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 i="1" dirty="0"/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2DAFA197-67C8-561C-0A9A-0ED9DA23CF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2</a:t>
            </a:fld>
            <a:endParaRPr/>
          </a:p>
        </p:txBody>
      </p:sp>
      <p:sp>
        <p:nvSpPr>
          <p:cNvPr id="2" name="Google Shape;71;p14">
            <a:extLst>
              <a:ext uri="{FF2B5EF4-FFF2-40B4-BE49-F238E27FC236}">
                <a16:creationId xmlns:a16="http://schemas.microsoft.com/office/drawing/2014/main" id="{39091B68-2BD7-DBED-D967-2543C6D00694}"/>
              </a:ext>
            </a:extLst>
          </p:cNvPr>
          <p:cNvSpPr txBox="1">
            <a:spLocks/>
          </p:cNvSpPr>
          <p:nvPr/>
        </p:nvSpPr>
        <p:spPr>
          <a:xfrm>
            <a:off x="4567262" y="1377409"/>
            <a:ext cx="3886432" cy="3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r>
              <a:rPr lang="en-US" sz="2000" b="1" dirty="0"/>
              <a:t>Additional </a:t>
            </a:r>
            <a:r>
              <a:rPr lang="en-US" altLang="ko-KR" sz="2000" b="1" dirty="0"/>
              <a:t>Features</a:t>
            </a:r>
            <a:endParaRPr lang="en-US" sz="2000" b="1" dirty="0"/>
          </a:p>
          <a:p>
            <a:pPr lvl="1"/>
            <a:r>
              <a:rPr lang="en-US" altLang="ko-KR" sz="1600" b="1" dirty="0"/>
              <a:t>Reviews</a:t>
            </a:r>
          </a:p>
          <a:p>
            <a:pPr lvl="1"/>
            <a:r>
              <a:rPr lang="en-US" altLang="ko-KR" sz="1600" b="1" dirty="0"/>
              <a:t>Users can contribute to the dataset by submitting proposals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723455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0D6FB105-62EA-6F72-9470-024B7DBF4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C099272-0A7E-7AFF-A212-BE81115E45E4}"/>
              </a:ext>
            </a:extLst>
          </p:cNvPr>
          <p:cNvSpPr/>
          <p:nvPr/>
        </p:nvSpPr>
        <p:spPr>
          <a:xfrm>
            <a:off x="1121605" y="1193675"/>
            <a:ext cx="6558454" cy="388093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B5DFD1A6-5DB4-EB56-1D7C-5B4E573E32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6890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Architecture </a:t>
            </a:r>
            <a:r>
              <a:rPr lang="en-US" altLang="ko-KR" dirty="0"/>
              <a:t>&amp; Technologies</a:t>
            </a:r>
            <a:endParaRPr dirty="0"/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43B66080-EC96-1AE2-84A8-92B89CCD50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3</a:t>
            </a:fld>
            <a:endParaRPr/>
          </a:p>
        </p:txBody>
      </p:sp>
      <p:pic>
        <p:nvPicPr>
          <p:cNvPr id="5" name="그림 4" descr="텍스트, 스크린샷, 도표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B9A79EF-B23B-8A89-B653-517BC395F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236" y="1308702"/>
            <a:ext cx="535305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01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407E76E7-1BAF-F6CF-027B-544D81C6E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4AA1C13-55C2-10FD-D733-1A8AAEB07B58}"/>
              </a:ext>
            </a:extLst>
          </p:cNvPr>
          <p:cNvSpPr/>
          <p:nvPr/>
        </p:nvSpPr>
        <p:spPr>
          <a:xfrm>
            <a:off x="1121605" y="1193675"/>
            <a:ext cx="6558454" cy="388093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0BA6C06A-CA60-9320-7366-383C1D100B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6416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Development Process</a:t>
            </a:r>
            <a:endParaRPr dirty="0"/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E90D46F5-1107-74A4-3E9C-4919E8368B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4</a:t>
            </a:fld>
            <a:endParaRPr/>
          </a:p>
        </p:txBody>
      </p:sp>
      <p:pic>
        <p:nvPicPr>
          <p:cNvPr id="5" name="그림 4" descr="텍스트, 스크린샷, 도표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53F9933-47BB-3981-7B5D-4A4A6909D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236" y="1308702"/>
            <a:ext cx="5353050" cy="37242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27AE64-9745-37FB-58D0-0F4E162C2CC9}"/>
              </a:ext>
            </a:extLst>
          </p:cNvPr>
          <p:cNvSpPr txBox="1"/>
          <p:nvPr/>
        </p:nvSpPr>
        <p:spPr>
          <a:xfrm>
            <a:off x="4430474" y="3549715"/>
            <a:ext cx="208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1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E9D3C2-1DD8-6102-6917-32D9822D16D8}"/>
              </a:ext>
            </a:extLst>
          </p:cNvPr>
          <p:cNvSpPr txBox="1"/>
          <p:nvPr/>
        </p:nvSpPr>
        <p:spPr>
          <a:xfrm>
            <a:off x="5435073" y="2934087"/>
            <a:ext cx="208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2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E205D-B363-86BF-442C-44429A308A75}"/>
              </a:ext>
            </a:extLst>
          </p:cNvPr>
          <p:cNvSpPr txBox="1"/>
          <p:nvPr/>
        </p:nvSpPr>
        <p:spPr>
          <a:xfrm>
            <a:off x="4296600" y="3170839"/>
            <a:ext cx="208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3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46137D-F65F-0635-96B4-23E2DE5EB466}"/>
              </a:ext>
            </a:extLst>
          </p:cNvPr>
          <p:cNvSpPr txBox="1"/>
          <p:nvPr/>
        </p:nvSpPr>
        <p:spPr>
          <a:xfrm>
            <a:off x="2259942" y="3170839"/>
            <a:ext cx="208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4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43F043-88B0-0E46-FDE6-45B44ED846EA}"/>
              </a:ext>
            </a:extLst>
          </p:cNvPr>
          <p:cNvSpPr txBox="1"/>
          <p:nvPr/>
        </p:nvSpPr>
        <p:spPr>
          <a:xfrm>
            <a:off x="4363536" y="1772606"/>
            <a:ext cx="208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</a:rPr>
              <a:t>5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234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97A6AAD9-3AF5-AD8B-0BAE-D5D00803F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134035C4-830C-1A11-A449-B9B4A3A857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6890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Challenge &amp; Solution</a:t>
            </a:r>
            <a:endParaRPr dirty="0"/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99F20808-35A6-9316-1F4B-2850F058F2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4832" y="1694843"/>
            <a:ext cx="5393684" cy="36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ko-KR" b="1" dirty="0"/>
              <a:t>S</a:t>
            </a:r>
            <a:r>
              <a:rPr lang="en-US" b="1" dirty="0"/>
              <a:t>ynchronization with original data</a:t>
            </a:r>
            <a:endParaRPr lang="de-DE" sz="1400" b="1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de-DE" sz="1600" b="1" i="1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de-DE" sz="1600" b="1" i="1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ko-KR" b="1" dirty="0"/>
              <a:t>Prevent Re-registration of Deleted Sites</a:t>
            </a:r>
            <a:endParaRPr lang="en-US" altLang="ko-KR" sz="1600" b="1" i="1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altLang="ko-KR" sz="1600" b="1" i="1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altLang="ko-KR" sz="1600" b="1" i="1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ko-KR" b="1" dirty="0"/>
              <a:t>Handling Many Requests to the Server</a:t>
            </a:r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2F32F352-EE45-27F5-1BB3-C782869AB5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5</a:t>
            </a:fld>
            <a:endParaRPr/>
          </a:p>
        </p:txBody>
      </p:sp>
      <p:sp>
        <p:nvSpPr>
          <p:cNvPr id="3" name="Google Shape;71;p14">
            <a:extLst>
              <a:ext uri="{FF2B5EF4-FFF2-40B4-BE49-F238E27FC236}">
                <a16:creationId xmlns:a16="http://schemas.microsoft.com/office/drawing/2014/main" id="{A931F274-4FA1-B0BE-2292-888BEC1E7D15}"/>
              </a:ext>
            </a:extLst>
          </p:cNvPr>
          <p:cNvSpPr txBox="1">
            <a:spLocks/>
          </p:cNvSpPr>
          <p:nvPr/>
        </p:nvSpPr>
        <p:spPr>
          <a:xfrm>
            <a:off x="4131008" y="1745662"/>
            <a:ext cx="4742562" cy="2986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 sz="1400" b="0" i="0" u="none" strike="noStrike" cap="non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596900" lvl="1" indent="0">
              <a:buNone/>
            </a:pPr>
            <a:r>
              <a:rPr lang="en-US" altLang="ko-KR" sz="1600" b="1" dirty="0"/>
              <a:t>=&gt; Scheduled DB Updates with node-</a:t>
            </a:r>
            <a:r>
              <a:rPr lang="en-US" altLang="ko-KR" sz="1600" b="1" dirty="0" err="1"/>
              <a:t>cron</a:t>
            </a:r>
            <a:endParaRPr lang="de-DE" altLang="ko-KR" sz="1600" b="1" dirty="0"/>
          </a:p>
          <a:p>
            <a:pPr marL="596900" lvl="1" indent="0">
              <a:buFont typeface="Average"/>
              <a:buNone/>
            </a:pPr>
            <a:endParaRPr lang="de-DE" sz="1600" b="1" i="1" dirty="0"/>
          </a:p>
          <a:p>
            <a:pPr marL="596900" lvl="1" indent="0">
              <a:buFont typeface="Average"/>
              <a:buNone/>
            </a:pPr>
            <a:endParaRPr lang="de-DE" sz="1600" b="1" i="1" dirty="0"/>
          </a:p>
          <a:p>
            <a:pPr marL="596900" lvl="1" indent="0">
              <a:buNone/>
            </a:pPr>
            <a:r>
              <a:rPr lang="en-US" altLang="ko-KR" sz="1600" b="1" dirty="0"/>
              <a:t>=&gt; Add deleted data into </a:t>
            </a:r>
            <a:r>
              <a:rPr lang="en-US" altLang="ko-KR" sz="1600" b="1" dirty="0" err="1"/>
              <a:t>excludesourceids</a:t>
            </a:r>
            <a:r>
              <a:rPr lang="en-US" altLang="ko-KR" sz="1600" b="1" dirty="0"/>
              <a:t> collection</a:t>
            </a:r>
            <a:endParaRPr lang="en-US" altLang="ko-KR" sz="1600" b="1" i="1" dirty="0"/>
          </a:p>
          <a:p>
            <a:pPr marL="596900" lvl="1" indent="0">
              <a:buNone/>
            </a:pPr>
            <a:endParaRPr lang="en-US" altLang="ko-KR" sz="1600" b="1" i="1" dirty="0"/>
          </a:p>
          <a:p>
            <a:pPr lvl="1">
              <a:buFont typeface="Symbol" panose="05050102010706020507" pitchFamily="18" charset="2"/>
              <a:buChar char="Þ"/>
            </a:pPr>
            <a:r>
              <a:rPr lang="en-US" altLang="ko-KR" sz="1600" b="1" dirty="0"/>
              <a:t>Use </a:t>
            </a:r>
            <a:r>
              <a:rPr lang="en-US" altLang="ko-KR" sz="1600" b="1" dirty="0" err="1"/>
              <a:t>Tanstack</a:t>
            </a:r>
            <a:r>
              <a:rPr lang="en-US" altLang="ko-KR" sz="1600" b="1" dirty="0"/>
              <a:t>  for Data Fetching and State Management</a:t>
            </a:r>
          </a:p>
        </p:txBody>
      </p:sp>
    </p:spTree>
    <p:extLst>
      <p:ext uri="{BB962C8B-B14F-4D97-AF65-F5344CB8AC3E}">
        <p14:creationId xmlns:p14="http://schemas.microsoft.com/office/powerpoint/2010/main" val="376846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C78EEFFB-79C1-0B77-1D67-A3CC30492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>
            <a:extLst>
              <a:ext uri="{FF2B5EF4-FFF2-40B4-BE49-F238E27FC236}">
                <a16:creationId xmlns:a16="http://schemas.microsoft.com/office/drawing/2014/main" id="{B5D6D3C2-194F-C568-13DA-B5B35BC0F7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6890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Limitation &amp; Future Improvement</a:t>
            </a:r>
            <a:endParaRPr dirty="0"/>
          </a:p>
        </p:txBody>
      </p:sp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E1CA9CB3-51EA-E918-ED5C-DE0B761BA2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43314" y="1372671"/>
            <a:ext cx="6658683" cy="36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altLang="ko-KR" b="1" dirty="0"/>
              <a:t>Unable to process Way and Relation data natively</a:t>
            </a:r>
          </a:p>
          <a:p>
            <a:pPr lvl="1"/>
            <a:r>
              <a:rPr lang="en-US" altLang="ko-KR" b="1" dirty="0"/>
              <a:t>Currently use query  </a:t>
            </a:r>
            <a:r>
              <a:rPr lang="de-DE" altLang="ko-KR" b="0" dirty="0">
                <a:solidFill>
                  <a:srgbClr val="3B9731"/>
                </a:solidFill>
                <a:effectLst/>
                <a:latin typeface="Consolas" panose="020B0609020204030204" pitchFamily="49" charset="0"/>
              </a:rPr>
              <a:t>out center; </a:t>
            </a:r>
            <a:r>
              <a:rPr lang="en-US" altLang="ko-KR" dirty="0">
                <a:solidFill>
                  <a:srgbClr val="D4D4D4"/>
                </a:solidFill>
                <a:latin typeface="Consolas" panose="020B0609020204030204" pitchFamily="49" charset="0"/>
              </a:rPr>
              <a:t>option</a:t>
            </a:r>
            <a:endParaRPr lang="en-US" altLang="ko-KR" b="1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US" altLang="ko-KR" sz="1600" b="1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ko-KR" b="1" dirty="0"/>
              <a:t>Lack of Image Hosting Server</a:t>
            </a:r>
          </a:p>
          <a:p>
            <a:pPr lvl="1" indent="-342900">
              <a:buSzPts val="1800"/>
              <a:buChar char="●"/>
            </a:pPr>
            <a:r>
              <a:rPr lang="en-US" altLang="ko-KR" b="1" dirty="0"/>
              <a:t>imageUrl field exist in DB, but not used</a:t>
            </a:r>
          </a:p>
          <a:p>
            <a:pPr lvl="1" indent="-342900">
              <a:buSzPts val="1800"/>
              <a:buChar char="●"/>
            </a:pPr>
            <a:endParaRPr lang="en-US" altLang="ko-KR" sz="1600" b="1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altLang="ko-KR" b="1" dirty="0"/>
              <a:t>Every Deletion is a Hard delete</a:t>
            </a:r>
          </a:p>
          <a:p>
            <a:pPr lvl="1" indent="-342900">
              <a:buSzPts val="1800"/>
              <a:buChar char="●"/>
            </a:pPr>
            <a:r>
              <a:rPr lang="en-US" altLang="ko-KR" b="1" dirty="0"/>
              <a:t>All deletions permanently remove related data without recovery options.</a:t>
            </a:r>
            <a:endParaRPr lang="en-US" b="1" dirty="0"/>
          </a:p>
          <a:p>
            <a:pPr marL="571500" lvl="1" indent="0">
              <a:buSzPts val="1800"/>
              <a:buNone/>
            </a:pPr>
            <a:endParaRPr lang="en-US" sz="1600" b="1" dirty="0"/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4C3B64B5-E3A0-D94E-6D27-34542ED70E1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7555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7</a:t>
            </a:fld>
            <a:endParaRPr/>
          </a:p>
        </p:txBody>
      </p:sp>
      <p:pic>
        <p:nvPicPr>
          <p:cNvPr id="100" name="Google Shape;100;p17" descr="Datei:TU Chemnitz Logo gruen.svg – Wikipedi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500" y="1219200"/>
            <a:ext cx="5910088" cy="38553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242F4A0C-763A-2D78-D885-A72E30A2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Live Demo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Q&amp;A</a:t>
            </a:r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351800" y="677825"/>
            <a:ext cx="8520600" cy="4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de" sz="3500" b="1"/>
              <a:t>Q&amp;A</a:t>
            </a:r>
            <a:endParaRPr sz="3500" b="1"/>
          </a:p>
        </p:txBody>
      </p:sp>
      <p:sp>
        <p:nvSpPr>
          <p:cNvPr id="115" name="Google Shape;115;p19"/>
          <p:cNvSpPr txBox="1"/>
          <p:nvPr/>
        </p:nvSpPr>
        <p:spPr>
          <a:xfrm>
            <a:off x="5835600" y="1304875"/>
            <a:ext cx="6606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?</a:t>
            </a:r>
            <a:endParaRPr sz="9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5091425" y="3156725"/>
            <a:ext cx="6606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?</a:t>
            </a:r>
            <a:endParaRPr sz="9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3395625" y="1846300"/>
            <a:ext cx="6606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?</a:t>
            </a:r>
            <a:endParaRPr sz="9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8" name="Google Shape;118;p1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415</Words>
  <Application>Microsoft Office PowerPoint</Application>
  <PresentationFormat>화면 슬라이드 쇼(16:9)</PresentationFormat>
  <Paragraphs>75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Symbol</vt:lpstr>
      <vt:lpstr>Arial</vt:lpstr>
      <vt:lpstr>Average</vt:lpstr>
      <vt:lpstr>Consolas</vt:lpstr>
      <vt:lpstr>Oswald</vt:lpstr>
      <vt:lpstr>Slate</vt:lpstr>
      <vt:lpstr>Chemnitz Cultural Sites App </vt:lpstr>
      <vt:lpstr>Project Overview</vt:lpstr>
      <vt:lpstr>Architecture &amp; Technologies</vt:lpstr>
      <vt:lpstr>Development Process</vt:lpstr>
      <vt:lpstr>Challenge &amp; Solution</vt:lpstr>
      <vt:lpstr>Limitation &amp; Future Improvement</vt:lpstr>
      <vt:lpstr>Live Demo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JUHO LEE</cp:lastModifiedBy>
  <cp:revision>13</cp:revision>
  <dcterms:modified xsi:type="dcterms:W3CDTF">2025-07-07T12:22:16Z</dcterms:modified>
</cp:coreProperties>
</file>